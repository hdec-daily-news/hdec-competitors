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0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120000"/>
            <a:ext cx="8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26년 4월 2주차 대형사 동향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0" y="160000"/>
            <a:ext cx="30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BBBBBB"/>
                </a:solidFill>
                <a:latin typeface="맑은 고딕"/>
              </a:defRPr>
            </a:pPr>
            <a:r>
              <a:t>04.02 ~ 04.09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" y="800000"/>
            <a:ext cx="60000" cy="90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0000" y="82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8A0"/>
                </a:solidFill>
                <a:latin typeface="맑은 고딕"/>
              </a:defRPr>
            </a:pPr>
            <a:r>
              <a:t>삼성물산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1100000"/>
            <a:ext cx="15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맑은 고딕"/>
              </a:defRPr>
            </a:pPr>
            <a:r>
              <a:t>196건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0000" y="8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“원목마루·강마루 장점 갖춰”…삼성물산, 차세대 마감재 기술 ‘넥스...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세보엠이씨, 삼성물산과 415억4000만원 규모 아산 배관공사 계약 체결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[서울이코노믹포럼] 정재계 600여명 참석해 성황리 개막…AI 시대 과제 ...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GE 버노바 히타치, 스웨덴 SMR 사업 박차…삼성물산 수혜 기대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[르포] 드디어 베일 벗은 포스코이앤씨 '오티에르'…반포서 첫 데뷔전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</p:txBody>
      </p:sp>
      <p:sp>
        <p:nvSpPr>
          <p:cNvPr id="9" name="Rectangle 8"/>
          <p:cNvSpPr/>
          <p:nvPr/>
        </p:nvSpPr>
        <p:spPr>
          <a:xfrm>
            <a:off x="400000" y="1720000"/>
            <a:ext cx="11400000" cy="12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0000" y="1800000"/>
            <a:ext cx="60000" cy="90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182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428A0"/>
                </a:solidFill>
                <a:latin typeface="맑은 고딕"/>
              </a:defRPr>
            </a:pPr>
            <a:r>
              <a:t>삼성E&amp;A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000" y="2100000"/>
            <a:ext cx="15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맑은 고딕"/>
              </a:defRPr>
            </a:pPr>
            <a:r>
              <a:t>60건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0000" y="18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[인사] 히타치에너지코리아, 강동근 신임 대표이사 선임…"에너지 전환...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히타치에너지코리아, 신임 대표에 강동근 선임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삼성 현대차 인맥 품은 히타치에너지코리아, 무탄소 전력망 시장 영토 ...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﻿히타치에너지코리아, 강동근 대표 선임 에너지전환 대응 위한 리더십...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히타치에너지코리아, 강동근 신임 대표이사 선임···삼성E&amp;A 출신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00" y="2720000"/>
            <a:ext cx="11400000" cy="12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0000" y="2800000"/>
            <a:ext cx="60000" cy="900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282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3DA5"/>
                </a:solidFill>
                <a:latin typeface="맑은 고딕"/>
              </a:defRPr>
            </a:pPr>
            <a:r>
              <a:t>대우건설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000" y="3100000"/>
            <a:ext cx="15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맑은 고딕"/>
              </a:defRPr>
            </a:pPr>
            <a:r>
              <a:t>436건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0000" y="28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에너토크, 부산 기장 수출용 신형연구로(KJRR) 핵심 부품 공급계약 체결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[오늘의 건설 브리핑] "집이 진화한다"···삼성·현대·대우·포스코 ...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대우건설, 글로벌 건축가와 협업…도시정비사업 고도화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정원주 대우건설 회장, 건축가 도미니크 페로 면담…"정비사업 협력"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대우건설 정원주, 세계적 건축가 도미니크 페로와 조우...주거·도시개발...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000" y="3720000"/>
            <a:ext cx="11400000" cy="12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0000" y="3800000"/>
            <a:ext cx="60000" cy="900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382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D1C24"/>
                </a:solidFill>
                <a:latin typeface="맑은 고딕"/>
              </a:defRPr>
            </a:pPr>
            <a:r>
              <a:t>GS건설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000" y="4100000"/>
            <a:ext cx="15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맑은 고딕"/>
              </a:defRPr>
            </a:pPr>
            <a:r>
              <a:t>568건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0000" y="38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도안자이 센텀리체, 공급…견본주택 4월 오픈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하나금융그룹, GS건설과 맞손...'생산적 금융 대전환 추진' 업무협약 체...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[서울이코노믹포럼] 정재계 600여명 참석해 성황리 개막…AI 시대 과제 ...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코스피지수 5826.45...에이피알 14.75%↑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1인 가구 증가시대 '소형 평형' 수요↑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0000" y="4720000"/>
            <a:ext cx="11400000" cy="12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0000" y="4800000"/>
            <a:ext cx="60000" cy="900000"/>
          </a:xfrm>
          <a:prstGeom prst="rect">
            <a:avLst/>
          </a:prstGeom>
          <a:solidFill>
            <a:srgbClr val="E95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4820000"/>
            <a:ext cx="1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5C0C"/>
                </a:solidFill>
                <a:latin typeface="맑은 고딕"/>
              </a:defRPr>
            </a:pPr>
            <a:r>
              <a:t>DL이앤씨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000" y="5100000"/>
            <a:ext cx="15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  <a:latin typeface="맑은 고딕"/>
              </a:defRPr>
            </a:pPr>
            <a:r>
              <a:t>302건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000" y="4800000"/>
            <a:ext cx="9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DL이앤씨, 강서구와 창의예술교육 협약 체결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서울 강서구, DL이앤씨와 미래인재 양성 업무협약 체결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DL이앤씨, 강서구청과 업무협약 체결...창의예술교육 협력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‘7인가구 무주택 15년’ 17억 로또 아크로드서초 당첨자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  <a:p>
            <a:pPr>
              <a:lnSpc>
                <a:spcPts val="1600"/>
              </a:lnSpc>
              <a:spcAft>
                <a:spcPts val="300"/>
              </a:spcAft>
              <a:defRPr sz="1000">
                <a:solidFill>
                  <a:srgbClr val="333333"/>
                </a:solidFill>
                <a:latin typeface="맑은 고딕"/>
              </a:defRPr>
            </a:pPr>
            <a:r>
              <a:t>▸ 서울 강서구, DL이앤씨와 초등학생 창의예술교육 지원</a:t>
            </a:r>
            <a:r>
              <a:rPr sz="800">
                <a:solidFill>
                  <a:srgbClr val="AAAAAA"/>
                </a:solidFill>
                <a:latin typeface="맑은 고딕"/>
              </a:rPr>
              <a:t>  (2026-04-09)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0000" y="5720000"/>
            <a:ext cx="11400000" cy="12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000" y="6458000"/>
            <a:ext cx="11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BBBBBB"/>
                </a:solidFill>
                <a:latin typeface="맑은 고딕"/>
              </a:defRPr>
            </a:pPr>
            <a:r>
              <a:t>대형사 동향 · 네이버 뉴스 API 기반 사업동향 자동 수집 · 2026.04.09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