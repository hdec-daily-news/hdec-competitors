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858000" cy="990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0" y="1800000"/>
            <a:ext cx="36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0000FF"/>
                </a:solidFill>
                <a:latin typeface="맑은 고딕"/>
              </a:rPr>
              <a:t>대
형
사
동
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00000" y="200000"/>
            <a:ext cx="1800000" cy="2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000000"/>
                </a:solidFill>
                <a:latin typeface="맑은 고딕"/>
              </a:rPr>
              <a:t>'26.4.2주차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0" y="500000"/>
          <a:ext cx="5800000" cy="3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0000"/>
                <a:gridCol w="4600000"/>
              </a:tblGrid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대상 회사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주요 사업동향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0000" y="850000"/>
          <a:ext cx="5800000" cy="8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0000"/>
                <a:gridCol w="4600000"/>
              </a:tblGrid>
              <a:tr h="17000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00"/>
                          </a:solidFill>
                          <a:latin typeface="맑은 고딕"/>
                        </a:rPr>
                        <a:t>삼성물산</a:t>
                      </a:r>
                    </a:p>
                  </a:txBody>
                  <a:tcPr anchor="t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①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신반포19·25차 재건축 수주전…삼성물산 vs 포스코이앤씨 '리턴매치'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(2026-04-13)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13일 정비업계에 따르면 삼성물산 건설부문과 포스코이앤씨는 지난 10일 신반포19·25차 재건축 조합이 진행한 시공사 선정 입찰에 각각 참...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②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삼성물산, 전력거래소와 업무협약 체결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(2026-04-13)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삼성물산은 전력거래소와 전력계통운영시스템(EMS) 기술실증·고도화와 사업화를 추진하고 해외시장 진출 등을 위한 협력 업무협약(MOU)을 체...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③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삼성물산도 '책임준공 약속' 구애…압구정의 힘 [이슬기의 새집다오]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(2026-04-11)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2구역은 '압구정의 강자'로 꼽히던 현대건설이 지난해 9월 일찌감치 깃발을 꽂았고, 가장 규모가 큰 3구역도 현대건설의 단독 입찰 가능성이...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④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주택 넘어 데이터센터… 삼성물산, 투자·운영까지 밸류체인 확장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⑤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공기 단축하고 원가 절감... 삼성물산·한신공영 모듈러주택株 동반 랠...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(2026-04-10)</a:t>
                      </a:r>
                    </a:p>
                  </a:txBody>
                  <a:tcPr anchor="t">
                    <a:solidFill>
                      <a:srgbClr val="DCE6F1"/>
                    </a:solidFill>
                  </a:tcPr>
                </a:tc>
              </a:tr>
              <a:tr h="17000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00"/>
                          </a:solidFill>
                          <a:latin typeface="맑은 고딕"/>
                        </a:rPr>
                        <a:t>삼성E&amp;A</a:t>
                      </a:r>
                    </a:p>
                  </a:txBody>
                  <a:tcPr anchor="t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①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"삼성E&amp;A, 1분기 영업익 1,741억원 전망… 최고 수준의 신규수주 기대" ...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(2026-04-13)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LS증권은 13일 삼성E&amp;A가 그룹사 물량 확대와 중동발 대형 화공 플랜트 수주에 힘입어 올해 기록적인 성장을 달성할 것으로 분석했다. 김...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②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[단독] 삼성바이오, 6공장 건설 허가 신청…시공은 삼성E&amp;A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(2026-04-10)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6공장 시공은 삼성E&amp;A가 맡는다. 삼성E&amp;A는 1공장을 제외하고 2~5공장을 지었다. 삼성바이오로직스는 지난 1월 미국 샌프란시스코에서 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③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중동 재건 18조 수주 가능… 삼성E&amp;A·현대건설 등 채비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(2026-04-09)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전쟁 피해 복구비 최소 250억달러 원시공 이력·PM 역량 앞서 … 韓 수주 경쟁 우위 현대건설 804억달러 등 누적 수주도 어필 에너지 ...</a:t>
                      </a:r>
                    </a:p>
                  </a:txBody>
                  <a:tcPr anchor="t">
                    <a:solidFill>
                      <a:srgbClr val="DCE6F1"/>
                    </a:solidFill>
                  </a:tcPr>
                </a:tc>
              </a:tr>
              <a:tr h="17000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00"/>
                          </a:solidFill>
                          <a:latin typeface="맑은 고딕"/>
                        </a:rPr>
                        <a:t>대우건설</a:t>
                      </a:r>
                    </a:p>
                  </a:txBody>
                  <a:tcPr anchor="t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①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대우건설, '데이터센터 TFT' 신설… AI 인프라 시장 공략 본격화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(2026-04-13)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대우건설이 인공지능(AI) 시대 핵심 인프라로 꼽히는 데이터센터 시장 공략에 속도를 낸다. 국내 수요 확대에 대응하는 동시에 해외 진출 기...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②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대우건설, 흑석11구역 재개발 ‘써밋 더힐’ 5월 공급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(2026-04-13)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대우건설은 5월 서울시 동작구 흑석동 304번지 일대에 흑석11재정비촉진구역 재개발사업을 통해 ‘써밋 더힐’을 공급할 예정이다. 단지는 지...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③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대우건설 '업성 푸르지오 레이크시티' 13일부터 청약일정 돌입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(2026-04-13)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대우건설이 충남 천안시 업성동 일원에 선보이는 '업성 푸르지오 레이크시티'가 13일부터 특별공급을 시작으로 본격적인 청약접수 일정에 돌입했...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④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대우건설, 대장~홍대 광역철도 공사 계약 해지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⑤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KIND, 대우건설·印尼 최대 부동산 개발사와 인도네시아 개발 사업 업무...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(2026-04-09)</a:t>
                      </a:r>
                    </a:p>
                  </a:txBody>
                  <a:tcPr anchor="t">
                    <a:solidFill>
                      <a:srgbClr val="DCE6F1"/>
                    </a:solidFill>
                  </a:tcPr>
                </a:tc>
              </a:tr>
              <a:tr h="17000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00"/>
                          </a:solidFill>
                          <a:latin typeface="맑은 고딕"/>
                        </a:rPr>
                        <a:t>GS건설</a:t>
                      </a:r>
                    </a:p>
                  </a:txBody>
                  <a:tcPr anchor="t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①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상대원2구역, DL 해지 가결에도 시공사 공백…GS건설 선정될까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(2026-04-13)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같은 날 열린 2부 임시총회에서는 GS건설을 새 시공사로 선정하는 안건이 정족수 미달로 통과되지 못했다. 시공사 선정은 조합원 과반이 직접...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②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주택 둔화에도 기회… GS건설, 원전 기대감 부각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(2026-04-12)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GS건설이 1분기 실적에서 시장 기대치를 밑돌 것으로 예상되면서 단기적인 실적 부담이 불가피할 전망이다. 그러나 시장의 시선은 오히려 중장...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③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GS건설, 미국 스타트업 아모지(AMOGY)와 합작투자 계약 체결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(2026-04-10)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GS건설은 미국 스타트업 아모지(AMOGY)와 암모니아 기반 분산발전사업을 공동으로 추진하기 위한 합작투자(Joint Venture, JV...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④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LS증권 "GS건설, 주택주 넘어 '원전주' 재평가"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⑤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GS건설, '모듈러 엘리베이터' 기술개발...현대엘리와 맞손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(2026-04-09)</a:t>
                      </a:r>
                    </a:p>
                  </a:txBody>
                  <a:tcPr anchor="t">
                    <a:solidFill>
                      <a:srgbClr val="DCE6F1"/>
                    </a:solidFill>
                  </a:tcPr>
                </a:tc>
              </a:tr>
              <a:tr h="17000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00"/>
                          </a:solidFill>
                          <a:latin typeface="맑은 고딕"/>
                        </a:rPr>
                        <a:t>DL이앤씨</a:t>
                      </a:r>
                    </a:p>
                  </a:txBody>
                  <a:tcPr anchor="t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①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DL이앤씨, 압구정5구역 '도촬 논란' 공식 사과…"입찰 무효 사유 아냐"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(2026-04-13)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서울 강남구 재건축 최대 기대주 중 하나로 꼽히는 압구정5구역 재건축 수주전에서 불거진 DL이앤씨 측의 입찰 서류 무단 촬영 논란이 큰 파...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②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[도시정비시장 풍향계] 목동6단지 재건축 DL이앤씨 단독 응찰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(2026-04-10)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10일 도시정비업계에 따르면 목동6단지아파트 재건축 정비사업 조합이 이날 시공사 선정을 위한 1차 입찰을 마감한 결과 DL이앤씨가 단독으로...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③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DL이앤씨 순이익 '착시'…대손상각비와 자본잠식 종속기업으로 세전이익...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(2026-04-10)</a:t>
                      </a:r>
                    </a:p>
                    <a:p>
                      <a:pPr>
                        <a:lnSpc>
                          <a:spcPts val="1400"/>
                        </a:lnSpc>
                        <a:spcAft>
                          <a:spcPts val="60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   → DL이앤씨의 2025년 당기순이익은 3702억원이다. 전년 2292억원보다 61.5% 많다. 그러나 법인세를 내기 전 이익은 1172억원에...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④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'현장형' 박상신 DL이앤씨 대표, 압구정·성수에 '아크로타운' 짓는다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(2026-04-09)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400"/>
                        </a:spcAft>
                      </a:pP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⑤ </a:t>
                      </a:r>
                      <a:r>
                        <a:rPr sz="1000" b="0">
                          <a:solidFill>
                            <a:srgbClr val="0000FF"/>
                          </a:solidFill>
                          <a:latin typeface="맑은 고딕"/>
                        </a:rPr>
                        <a:t>재개발은 대표들의 '무덤'?...상대원2구역 논란에 DL이앤씨 박상신호 '흔...</a:t>
                      </a:r>
                      <a:r>
                        <a:rPr sz="850" b="0">
                          <a:solidFill>
                            <a:srgbClr val="7E7E7E"/>
                          </a:solidFill>
                          <a:latin typeface="맑은 고딕"/>
                        </a:rPr>
                        <a:t>  (2026-04-09)</a:t>
                      </a:r>
                    </a:p>
                  </a:txBody>
                  <a:tcPr anchor="t"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0000" y="9556000"/>
            <a:ext cx="5800000" cy="2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700" b="0">
                <a:solidFill>
                  <a:srgbClr val="7E7E7E"/>
                </a:solidFill>
                <a:latin typeface="맑은 고딕"/>
              </a:rPr>
              <a:t>대형사 동향 · 네이버 뉴스 API 기반 사업동향 자동 수집 · 2026.04.13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